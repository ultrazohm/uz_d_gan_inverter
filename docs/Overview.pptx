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200" d="100"/>
          <a:sy n="200" d="100"/>
        </p:scale>
        <p:origin x="-3771" y="-17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1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650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3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42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22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5939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2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206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700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853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9821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A4E56-E315-4E51-9714-A28D68149149}" type="datetimeFigureOut">
              <a:rPr lang="de-DE" smtClean="0"/>
              <a:t>08.01.2021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FDA54-3E8C-4FBE-885C-B3983BFC90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526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970" b="98000" l="30904" r="8718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55" y="18096"/>
            <a:ext cx="9699083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77507" y="469126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6x Gate-Signals</a:t>
            </a:r>
            <a:endParaRPr lang="de-DE" dirty="0"/>
          </a:p>
        </p:txBody>
      </p:sp>
      <p:sp>
        <p:nvSpPr>
          <p:cNvPr id="7" name="Textfeld 6"/>
          <p:cNvSpPr txBox="1"/>
          <p:nvPr/>
        </p:nvSpPr>
        <p:spPr>
          <a:xfrm>
            <a:off x="77507" y="938252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1x </a:t>
            </a:r>
            <a:r>
              <a:rPr lang="de-DE" dirty="0" err="1" smtClean="0"/>
              <a:t>Enable</a:t>
            </a:r>
            <a:endParaRPr lang="de-DE" dirty="0"/>
          </a:p>
        </p:txBody>
      </p:sp>
      <p:sp>
        <p:nvSpPr>
          <p:cNvPr id="8" name="Textfeld 7"/>
          <p:cNvSpPr txBox="1"/>
          <p:nvPr/>
        </p:nvSpPr>
        <p:spPr>
          <a:xfrm>
            <a:off x="77507" y="1407378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6</a:t>
            </a:r>
            <a:r>
              <a:rPr lang="de-DE" dirty="0" smtClean="0"/>
              <a:t>x </a:t>
            </a:r>
            <a:r>
              <a:rPr lang="de-DE" dirty="0" err="1" smtClean="0"/>
              <a:t>Overcurrent</a:t>
            </a:r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77507" y="1876504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6</a:t>
            </a:r>
            <a:r>
              <a:rPr lang="de-DE" dirty="0" smtClean="0"/>
              <a:t>x Fault</a:t>
            </a:r>
            <a:endParaRPr lang="de-DE" dirty="0"/>
          </a:p>
        </p:txBody>
      </p:sp>
      <p:sp>
        <p:nvSpPr>
          <p:cNvPr id="10" name="Textfeld 9"/>
          <p:cNvSpPr txBox="1"/>
          <p:nvPr/>
        </p:nvSpPr>
        <p:spPr>
          <a:xfrm>
            <a:off x="77507" y="2345630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6</a:t>
            </a:r>
            <a:r>
              <a:rPr lang="de-DE" dirty="0" smtClean="0"/>
              <a:t>x </a:t>
            </a:r>
            <a:r>
              <a:rPr lang="de-DE" dirty="0" err="1" smtClean="0"/>
              <a:t>Temperature</a:t>
            </a:r>
            <a:endParaRPr lang="de-DE" dirty="0"/>
          </a:p>
        </p:txBody>
      </p:sp>
      <p:sp>
        <p:nvSpPr>
          <p:cNvPr id="11" name="Textfeld 10"/>
          <p:cNvSpPr txBox="1"/>
          <p:nvPr/>
        </p:nvSpPr>
        <p:spPr>
          <a:xfrm>
            <a:off x="77507" y="3822589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+24V</a:t>
            </a:r>
            <a:endParaRPr lang="de-DE" dirty="0"/>
          </a:p>
        </p:txBody>
      </p:sp>
      <p:sp>
        <p:nvSpPr>
          <p:cNvPr id="12" name="Textfeld 11"/>
          <p:cNvSpPr txBox="1"/>
          <p:nvPr/>
        </p:nvSpPr>
        <p:spPr>
          <a:xfrm>
            <a:off x="77507" y="4297016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+5V</a:t>
            </a:r>
            <a:endParaRPr lang="de-DE" dirty="0"/>
          </a:p>
        </p:txBody>
      </p:sp>
      <p:sp>
        <p:nvSpPr>
          <p:cNvPr id="13" name="Textfeld 12"/>
          <p:cNvSpPr txBox="1"/>
          <p:nvPr/>
        </p:nvSpPr>
        <p:spPr>
          <a:xfrm>
            <a:off x="77507" y="4771443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+3.3V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77507" y="5245870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GND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77507" y="2814756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4x </a:t>
            </a:r>
            <a:r>
              <a:rPr lang="de-DE" dirty="0" err="1" smtClean="0"/>
              <a:t>Current</a:t>
            </a:r>
            <a:r>
              <a:rPr lang="de-DE" dirty="0" smtClean="0"/>
              <a:t> Valid</a:t>
            </a:r>
            <a:endParaRPr lang="de-DE" dirty="0"/>
          </a:p>
        </p:txBody>
      </p:sp>
      <p:cxnSp>
        <p:nvCxnSpPr>
          <p:cNvPr id="18" name="Gerade Verbindung mit Pfeil 17"/>
          <p:cNvCxnSpPr>
            <a:stCxn id="5" idx="3"/>
          </p:cNvCxnSpPr>
          <p:nvPr/>
        </p:nvCxnSpPr>
        <p:spPr>
          <a:xfrm>
            <a:off x="2538435" y="653792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>
            <a:off x="2538435" y="1122918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/>
          <p:nvPr/>
        </p:nvCxnSpPr>
        <p:spPr>
          <a:xfrm>
            <a:off x="2538435" y="1605921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>
            <a:off x="2538435" y="2061170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2538435" y="2530296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/>
          <p:nvPr/>
        </p:nvCxnSpPr>
        <p:spPr>
          <a:xfrm>
            <a:off x="2538435" y="2996068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/>
          <p:nvPr/>
        </p:nvCxnSpPr>
        <p:spPr>
          <a:xfrm>
            <a:off x="2538435" y="4007255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/>
          <p:cNvCxnSpPr/>
          <p:nvPr/>
        </p:nvCxnSpPr>
        <p:spPr>
          <a:xfrm>
            <a:off x="2538435" y="4481682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/>
          <p:nvPr/>
        </p:nvCxnSpPr>
        <p:spPr>
          <a:xfrm>
            <a:off x="2538435" y="4956109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/>
          <p:nvPr/>
        </p:nvCxnSpPr>
        <p:spPr>
          <a:xfrm>
            <a:off x="2538435" y="5430536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feld 27"/>
          <p:cNvSpPr txBox="1"/>
          <p:nvPr/>
        </p:nvSpPr>
        <p:spPr>
          <a:xfrm>
            <a:off x="9621575" y="465625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3</a:t>
            </a:r>
            <a:r>
              <a:rPr lang="de-DE" dirty="0" smtClean="0"/>
              <a:t>x Phase </a:t>
            </a:r>
            <a:r>
              <a:rPr lang="de-DE" dirty="0" err="1" smtClean="0"/>
              <a:t>to</a:t>
            </a:r>
            <a:r>
              <a:rPr lang="de-DE" dirty="0" smtClean="0"/>
              <a:t> DC- </a:t>
            </a:r>
            <a:r>
              <a:rPr lang="de-DE" dirty="0" err="1" smtClean="0"/>
              <a:t>Voltage</a:t>
            </a:r>
            <a:endParaRPr lang="de-DE" dirty="0"/>
          </a:p>
        </p:txBody>
      </p:sp>
      <p:sp>
        <p:nvSpPr>
          <p:cNvPr id="29" name="Textfeld 28"/>
          <p:cNvSpPr txBox="1"/>
          <p:nvPr/>
        </p:nvSpPr>
        <p:spPr>
          <a:xfrm>
            <a:off x="9621575" y="834957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1x DC </a:t>
            </a:r>
            <a:r>
              <a:rPr lang="de-DE" dirty="0" err="1" smtClean="0"/>
              <a:t>Current</a:t>
            </a:r>
            <a:endParaRPr lang="de-DE" dirty="0"/>
          </a:p>
        </p:txBody>
      </p:sp>
      <p:sp>
        <p:nvSpPr>
          <p:cNvPr id="30" name="Textfeld 29"/>
          <p:cNvSpPr txBox="1"/>
          <p:nvPr/>
        </p:nvSpPr>
        <p:spPr>
          <a:xfrm>
            <a:off x="9621575" y="1507172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3</a:t>
            </a:r>
            <a:r>
              <a:rPr lang="de-DE" dirty="0" smtClean="0"/>
              <a:t>x Phase-</a:t>
            </a:r>
            <a:r>
              <a:rPr lang="de-DE" dirty="0" err="1" smtClean="0"/>
              <a:t>Current</a:t>
            </a:r>
            <a:endParaRPr lang="de-DE" dirty="0"/>
          </a:p>
        </p:txBody>
      </p:sp>
      <p:sp>
        <p:nvSpPr>
          <p:cNvPr id="31" name="Textfeld 30"/>
          <p:cNvSpPr txBox="1"/>
          <p:nvPr/>
        </p:nvSpPr>
        <p:spPr>
          <a:xfrm>
            <a:off x="9621575" y="1876504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1x DC+ </a:t>
            </a:r>
            <a:r>
              <a:rPr lang="de-DE" dirty="0" err="1"/>
              <a:t>t</a:t>
            </a:r>
            <a:r>
              <a:rPr lang="de-DE" dirty="0" err="1" smtClean="0"/>
              <a:t>o</a:t>
            </a:r>
            <a:r>
              <a:rPr lang="de-DE" dirty="0" smtClean="0"/>
              <a:t> DC- </a:t>
            </a:r>
            <a:r>
              <a:rPr lang="de-DE" dirty="0" err="1" smtClean="0"/>
              <a:t>Voltage</a:t>
            </a:r>
            <a:endParaRPr lang="de-DE" dirty="0"/>
          </a:p>
        </p:txBody>
      </p:sp>
      <p:cxnSp>
        <p:nvCxnSpPr>
          <p:cNvPr id="32" name="Gerade Verbindung mit Pfeil 31"/>
          <p:cNvCxnSpPr/>
          <p:nvPr/>
        </p:nvCxnSpPr>
        <p:spPr>
          <a:xfrm>
            <a:off x="8191500" y="834957"/>
            <a:ext cx="14300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/>
          <p:cNvCxnSpPr/>
          <p:nvPr/>
        </p:nvCxnSpPr>
        <p:spPr>
          <a:xfrm>
            <a:off x="8756650" y="1876504"/>
            <a:ext cx="8649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Geschweifte Klammer rechts 33"/>
          <p:cNvSpPr/>
          <p:nvPr/>
        </p:nvSpPr>
        <p:spPr>
          <a:xfrm>
            <a:off x="3126948" y="465625"/>
            <a:ext cx="306797" cy="5149577"/>
          </a:xfrm>
          <a:prstGeom prst="rightBrace">
            <a:avLst>
              <a:gd name="adj1" fmla="val 8333"/>
              <a:gd name="adj2" fmla="val 28825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r Verbinder 35"/>
          <p:cNvCxnSpPr/>
          <p:nvPr/>
        </p:nvCxnSpPr>
        <p:spPr>
          <a:xfrm flipV="1">
            <a:off x="8210547" y="834957"/>
            <a:ext cx="0" cy="223209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/>
          <p:cNvCxnSpPr/>
          <p:nvPr/>
        </p:nvCxnSpPr>
        <p:spPr>
          <a:xfrm flipV="1">
            <a:off x="8775696" y="1858963"/>
            <a:ext cx="0" cy="112236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feld 47"/>
          <p:cNvSpPr txBox="1"/>
          <p:nvPr/>
        </p:nvSpPr>
        <p:spPr>
          <a:xfrm>
            <a:off x="9621575" y="6304003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Phase c</a:t>
            </a:r>
            <a:endParaRPr lang="de-DE" dirty="0"/>
          </a:p>
        </p:txBody>
      </p:sp>
      <p:sp>
        <p:nvSpPr>
          <p:cNvPr id="49" name="Textfeld 48"/>
          <p:cNvSpPr txBox="1"/>
          <p:nvPr/>
        </p:nvSpPr>
        <p:spPr>
          <a:xfrm>
            <a:off x="9621575" y="5750006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Phase b</a:t>
            </a:r>
            <a:endParaRPr lang="de-DE" dirty="0"/>
          </a:p>
        </p:txBody>
      </p:sp>
      <p:sp>
        <p:nvSpPr>
          <p:cNvPr id="50" name="Textfeld 49"/>
          <p:cNvSpPr txBox="1"/>
          <p:nvPr/>
        </p:nvSpPr>
        <p:spPr>
          <a:xfrm>
            <a:off x="9621575" y="5196009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Phase a</a:t>
            </a:r>
            <a:endParaRPr lang="de-DE" dirty="0"/>
          </a:p>
        </p:txBody>
      </p:sp>
      <p:sp>
        <p:nvSpPr>
          <p:cNvPr id="51" name="Textfeld 50"/>
          <p:cNvSpPr txBox="1"/>
          <p:nvPr/>
        </p:nvSpPr>
        <p:spPr>
          <a:xfrm>
            <a:off x="9621575" y="4642011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DC-</a:t>
            </a:r>
            <a:endParaRPr lang="de-DE" dirty="0"/>
          </a:p>
        </p:txBody>
      </p:sp>
      <p:sp>
        <p:nvSpPr>
          <p:cNvPr id="52" name="Textfeld 51"/>
          <p:cNvSpPr txBox="1"/>
          <p:nvPr/>
        </p:nvSpPr>
        <p:spPr>
          <a:xfrm>
            <a:off x="9621575" y="4088013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DC+</a:t>
            </a:r>
            <a:endParaRPr lang="de-DE" dirty="0"/>
          </a:p>
        </p:txBody>
      </p:sp>
      <p:cxnSp>
        <p:nvCxnSpPr>
          <p:cNvPr id="53" name="Gerade Verbindung mit Pfeil 52"/>
          <p:cNvCxnSpPr/>
          <p:nvPr/>
        </p:nvCxnSpPr>
        <p:spPr>
          <a:xfrm>
            <a:off x="9013299" y="4272679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Gerade Verbindung mit Pfeil 53"/>
          <p:cNvCxnSpPr/>
          <p:nvPr/>
        </p:nvCxnSpPr>
        <p:spPr>
          <a:xfrm>
            <a:off x="9029836" y="5380675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/>
          <p:cNvCxnSpPr/>
          <p:nvPr/>
        </p:nvCxnSpPr>
        <p:spPr>
          <a:xfrm>
            <a:off x="9029836" y="5934672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/>
          <p:cNvCxnSpPr/>
          <p:nvPr/>
        </p:nvCxnSpPr>
        <p:spPr>
          <a:xfrm>
            <a:off x="9029836" y="6488669"/>
            <a:ext cx="60827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/>
          <p:cNvCxnSpPr/>
          <p:nvPr/>
        </p:nvCxnSpPr>
        <p:spPr>
          <a:xfrm>
            <a:off x="9013299" y="4826677"/>
            <a:ext cx="608276" cy="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/>
          <p:cNvCxnSpPr/>
          <p:nvPr/>
        </p:nvCxnSpPr>
        <p:spPr>
          <a:xfrm>
            <a:off x="4084638" y="202762"/>
            <a:ext cx="8649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 flipV="1">
            <a:off x="4103684" y="185222"/>
            <a:ext cx="0" cy="132195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/>
          <p:cNvSpPr txBox="1"/>
          <p:nvPr/>
        </p:nvSpPr>
        <p:spPr>
          <a:xfrm>
            <a:off x="4968609" y="18096"/>
            <a:ext cx="2460928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+24V Fan Connector</a:t>
            </a:r>
            <a:endParaRPr lang="de-DE" dirty="0"/>
          </a:p>
        </p:txBody>
      </p:sp>
      <p:cxnSp>
        <p:nvCxnSpPr>
          <p:cNvPr id="63" name="Gerade Verbindung mit Pfeil 62"/>
          <p:cNvCxnSpPr/>
          <p:nvPr/>
        </p:nvCxnSpPr>
        <p:spPr>
          <a:xfrm>
            <a:off x="4865688" y="865326"/>
            <a:ext cx="8649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feld 63"/>
          <p:cNvSpPr txBox="1"/>
          <p:nvPr/>
        </p:nvSpPr>
        <p:spPr>
          <a:xfrm>
            <a:off x="5712730" y="680660"/>
            <a:ext cx="1716807" cy="369332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/>
              <a:t>Fault LEDs</a:t>
            </a:r>
            <a:endParaRPr lang="de-DE" dirty="0"/>
          </a:p>
        </p:txBody>
      </p:sp>
      <p:sp>
        <p:nvSpPr>
          <p:cNvPr id="65" name="Geschweifte Klammer rechts 64"/>
          <p:cNvSpPr/>
          <p:nvPr/>
        </p:nvSpPr>
        <p:spPr>
          <a:xfrm rot="10800000">
            <a:off x="3491038" y="1049992"/>
            <a:ext cx="306797" cy="1720032"/>
          </a:xfrm>
          <a:prstGeom prst="rightBrace">
            <a:avLst>
              <a:gd name="adj1" fmla="val 8333"/>
              <a:gd name="adj2" fmla="val 4793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5163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078" y="1526367"/>
            <a:ext cx="6019844" cy="380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8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21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Hoerner</dc:creator>
  <cp:lastModifiedBy>Michael Hoerner</cp:lastModifiedBy>
  <cp:revision>16</cp:revision>
  <dcterms:created xsi:type="dcterms:W3CDTF">2021-01-08T10:13:25Z</dcterms:created>
  <dcterms:modified xsi:type="dcterms:W3CDTF">2021-01-08T17:23:48Z</dcterms:modified>
</cp:coreProperties>
</file>